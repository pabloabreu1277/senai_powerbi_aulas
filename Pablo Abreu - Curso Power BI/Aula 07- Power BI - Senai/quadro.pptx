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5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84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8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3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82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1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5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0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0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54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1" descr="Gráficos financeiros digitais">
            <a:extLst>
              <a:ext uri="{FF2B5EF4-FFF2-40B4-BE49-F238E27FC236}">
                <a16:creationId xmlns:a16="http://schemas.microsoft.com/office/drawing/2014/main" id="{B2D9A036-3D78-7A2F-5957-0E20B24D59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0" r="-1" b="31928"/>
          <a:stretch>
            <a:fillRect/>
          </a:stretch>
        </p:blipFill>
        <p:spPr>
          <a:xfrm>
            <a:off x="3068" y="-2"/>
            <a:ext cx="12188932" cy="68579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184AF3E-1000-81FE-0692-7131E7B6D04E}"/>
              </a:ext>
            </a:extLst>
          </p:cNvPr>
          <p:cNvSpPr txBox="1"/>
          <p:nvPr/>
        </p:nvSpPr>
        <p:spPr>
          <a:xfrm>
            <a:off x="0" y="0"/>
            <a:ext cx="12188932" cy="5232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00B050"/>
                </a:solidFill>
                <a:latin typeface="Amasis MT Pro Black" panose="02040A04050005020304" pitchFamily="18" charset="0"/>
              </a:rPr>
              <a:t>Cadastro de Clientes 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229C91E-C071-702C-0870-75DF2BEC5955}"/>
              </a:ext>
            </a:extLst>
          </p:cNvPr>
          <p:cNvSpPr/>
          <p:nvPr/>
        </p:nvSpPr>
        <p:spPr>
          <a:xfrm>
            <a:off x="109728" y="778240"/>
            <a:ext cx="557784" cy="582472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C000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2F1D907-4D2C-932A-787E-154316A8CE9A}"/>
              </a:ext>
            </a:extLst>
          </p:cNvPr>
          <p:cNvSpPr/>
          <p:nvPr/>
        </p:nvSpPr>
        <p:spPr>
          <a:xfrm>
            <a:off x="774172" y="778240"/>
            <a:ext cx="2005604" cy="621792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D1766F6-A76E-D7A0-EDB5-3ADB542D03D6}"/>
              </a:ext>
            </a:extLst>
          </p:cNvPr>
          <p:cNvSpPr/>
          <p:nvPr/>
        </p:nvSpPr>
        <p:spPr>
          <a:xfrm>
            <a:off x="774172" y="1506712"/>
            <a:ext cx="2005604" cy="621792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A6F3CD5-2F2A-ECD4-2D75-A3FFA2CF9C0A}"/>
              </a:ext>
            </a:extLst>
          </p:cNvPr>
          <p:cNvSpPr/>
          <p:nvPr/>
        </p:nvSpPr>
        <p:spPr>
          <a:xfrm>
            <a:off x="774172" y="2266170"/>
            <a:ext cx="2005604" cy="2159526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585CF1E-4D65-0BFD-3FC9-1F9E3074295E}"/>
              </a:ext>
            </a:extLst>
          </p:cNvPr>
          <p:cNvSpPr/>
          <p:nvPr/>
        </p:nvSpPr>
        <p:spPr>
          <a:xfrm>
            <a:off x="774172" y="4535424"/>
            <a:ext cx="2005604" cy="206754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5EC41F7-1701-6A73-14D2-242D8C684111}"/>
              </a:ext>
            </a:extLst>
          </p:cNvPr>
          <p:cNvSpPr/>
          <p:nvPr/>
        </p:nvSpPr>
        <p:spPr>
          <a:xfrm>
            <a:off x="2886436" y="2266170"/>
            <a:ext cx="6307846" cy="433679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9C5918C-84E4-CBD6-A92C-CF374DD2A98E}"/>
              </a:ext>
            </a:extLst>
          </p:cNvPr>
          <p:cNvSpPr/>
          <p:nvPr/>
        </p:nvSpPr>
        <p:spPr>
          <a:xfrm>
            <a:off x="2968732" y="775421"/>
            <a:ext cx="2005604" cy="13530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B8D5CB4-C977-718F-A0BA-FFCA3715320E}"/>
              </a:ext>
            </a:extLst>
          </p:cNvPr>
          <p:cNvSpPr/>
          <p:nvPr/>
        </p:nvSpPr>
        <p:spPr>
          <a:xfrm>
            <a:off x="5080996" y="775421"/>
            <a:ext cx="2005604" cy="13530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512082B-F8A1-520A-43B4-B125AC38EC18}"/>
              </a:ext>
            </a:extLst>
          </p:cNvPr>
          <p:cNvSpPr/>
          <p:nvPr/>
        </p:nvSpPr>
        <p:spPr>
          <a:xfrm>
            <a:off x="7188678" y="775421"/>
            <a:ext cx="2005604" cy="13530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4AFA878-8E31-66D4-D69E-F21DD7B7CBB9}"/>
              </a:ext>
            </a:extLst>
          </p:cNvPr>
          <p:cNvSpPr/>
          <p:nvPr/>
        </p:nvSpPr>
        <p:spPr>
          <a:xfrm>
            <a:off x="9383238" y="778240"/>
            <a:ext cx="2699034" cy="582472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93324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Amasis MT Pro Black</vt:lpstr>
      <vt:lpstr>Arial</vt:lpstr>
      <vt:lpstr>Bierstadt</vt:lpstr>
      <vt:lpstr>GestaltVTI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CFP 125  Escola SENAI - Diadema</dc:creator>
  <cp:lastModifiedBy>CFP 125  Escola SENAI - Diadema</cp:lastModifiedBy>
  <cp:revision>2</cp:revision>
  <dcterms:created xsi:type="dcterms:W3CDTF">2025-12-15T23:09:23Z</dcterms:created>
  <dcterms:modified xsi:type="dcterms:W3CDTF">2025-12-16T00:11:19Z</dcterms:modified>
</cp:coreProperties>
</file>