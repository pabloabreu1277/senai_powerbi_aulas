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783F4-10E7-4EB2-98AE-BACA84084BA6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147F4-65D4-4FB5-AE49-18D14C5C8C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08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147F4-65D4-4FB5-AE49-18D14C5C8C6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883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9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87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05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2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35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9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9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0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09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7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1" descr="Vista de cima da mesa de madeira com a planta, teclado branco, café em uma caneca branca, caderno de anotações e caneta">
            <a:extLst>
              <a:ext uri="{FF2B5EF4-FFF2-40B4-BE49-F238E27FC236}">
                <a16:creationId xmlns:a16="http://schemas.microsoft.com/office/drawing/2014/main" id="{515D48EB-7B9E-7FEF-1D18-D80115955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9" b="15416"/>
          <a:stretch>
            <a:fillRect/>
          </a:stretch>
        </p:blipFill>
        <p:spPr>
          <a:xfrm>
            <a:off x="0" y="-73140"/>
            <a:ext cx="12192000" cy="6857988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2C4227B-2DDE-5CDE-7421-AB98653F5311}"/>
              </a:ext>
            </a:extLst>
          </p:cNvPr>
          <p:cNvSpPr/>
          <p:nvPr/>
        </p:nvSpPr>
        <p:spPr>
          <a:xfrm>
            <a:off x="4078678" y="73152"/>
            <a:ext cx="3648002" cy="42976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Dashboard TransBrasil LTDA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FC89DF1-E77B-B644-C265-EC6C7EC728C7}"/>
              </a:ext>
            </a:extLst>
          </p:cNvPr>
          <p:cNvSpPr/>
          <p:nvPr/>
        </p:nvSpPr>
        <p:spPr>
          <a:xfrm>
            <a:off x="141959" y="637797"/>
            <a:ext cx="2121408" cy="571728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47C876C-E71D-FEE8-5ABC-89ED7C1EA224}"/>
              </a:ext>
            </a:extLst>
          </p:cNvPr>
          <p:cNvSpPr/>
          <p:nvPr/>
        </p:nvSpPr>
        <p:spPr>
          <a:xfrm>
            <a:off x="2405326" y="637797"/>
            <a:ext cx="2121408" cy="161162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18DB5A0-0386-A3B5-7FAD-BCEECD37E7DF}"/>
              </a:ext>
            </a:extLst>
          </p:cNvPr>
          <p:cNvSpPr/>
          <p:nvPr/>
        </p:nvSpPr>
        <p:spPr>
          <a:xfrm>
            <a:off x="4668693" y="637797"/>
            <a:ext cx="2121408" cy="161162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A43081A-4C9A-D855-F221-4F62EF4E11D0}"/>
              </a:ext>
            </a:extLst>
          </p:cNvPr>
          <p:cNvSpPr/>
          <p:nvPr/>
        </p:nvSpPr>
        <p:spPr>
          <a:xfrm>
            <a:off x="6932060" y="637797"/>
            <a:ext cx="2121408" cy="161162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E088356-F6FE-AF09-BEF9-462F25A2FD70}"/>
              </a:ext>
            </a:extLst>
          </p:cNvPr>
          <p:cNvSpPr/>
          <p:nvPr/>
        </p:nvSpPr>
        <p:spPr>
          <a:xfrm>
            <a:off x="9195427" y="637796"/>
            <a:ext cx="2854614" cy="161162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E5B0373-4E79-E3F4-FE0D-08EB0CF05A65}"/>
              </a:ext>
            </a:extLst>
          </p:cNvPr>
          <p:cNvSpPr/>
          <p:nvPr/>
        </p:nvSpPr>
        <p:spPr>
          <a:xfrm>
            <a:off x="2405326" y="2379726"/>
            <a:ext cx="6648142" cy="3975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4E3699A-965F-4BD8-4E7C-8527DF198AA3}"/>
              </a:ext>
            </a:extLst>
          </p:cNvPr>
          <p:cNvSpPr/>
          <p:nvPr/>
        </p:nvSpPr>
        <p:spPr>
          <a:xfrm>
            <a:off x="9195427" y="2379726"/>
            <a:ext cx="2854614" cy="3975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60910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Aharoni</vt:lpstr>
      <vt:lpstr>Aptos</vt:lpstr>
      <vt:lpstr>Arial</vt:lpstr>
      <vt:lpstr>Grandview Display</vt:lpstr>
      <vt:lpstr>DashVTI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CFP 125  Escola SENAI - Diadema</dc:creator>
  <cp:lastModifiedBy>CFP 125  Escola SENAI - Diadema</cp:lastModifiedBy>
  <cp:revision>1</cp:revision>
  <dcterms:created xsi:type="dcterms:W3CDTF">2025-12-12T00:39:59Z</dcterms:created>
  <dcterms:modified xsi:type="dcterms:W3CDTF">2025-12-12T00:46:30Z</dcterms:modified>
</cp:coreProperties>
</file>